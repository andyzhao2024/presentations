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280160"/>
            <a:ext cx="1097280" cy="457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机器人关节模组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一次讲透：电机、减速器、驱动器、编码器与抱闸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基于「机器人技术笔记」公众号文章整理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10972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640080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核心部件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动力与变速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594360"/>
            <a:ext cx="54864" cy="457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电机驱动，减速器放大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54864" cy="32004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645920"/>
            <a:ext cx="502920" cy="5029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16276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电机 — 动力来源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将电能转换为机械旋转动力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伺服电机 → 精确控制位置、速度、力矩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高速电机力矩不足，需配合减速器使用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决定关节的动力上限与动态响应能力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17320"/>
            <a:ext cx="54864" cy="320040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13" name="Shape 11"/>
          <p:cNvSpPr/>
          <p:nvPr/>
        </p:nvSpPr>
        <p:spPr>
          <a:xfrm>
            <a:off x="5120640" y="1645920"/>
            <a:ext cx="502920" cy="502920"/>
          </a:xfrm>
          <a:prstGeom prst="ellipse">
            <a:avLst/>
          </a:prstGeom>
          <a:solidFill>
            <a:srgbClr val="00A86B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806440" y="16276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减速器 — 力矩放大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20640" y="228600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降速增矩：高速低扭 → 低速高扭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提升输出侧控制分辨率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常见类型：谐波、RV、行星减速器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带来摩擦、间隙、回差 → 控制更复杂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663440"/>
            <a:ext cx="7863840" cy="5486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关键洞察：机器人关节设计从来不是「减速比越大越好」，要在输出能力和控制性能之间找到平衡。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控制与执行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594360"/>
            <a:ext cx="54864" cy="457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驱动器 — 连接「算法」与「硬件」的桥梁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</a:rPr>
              <a:t>驱动器是让电机「按要求工作」的控制执行单元。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</a:rPr>
              <a:t>电机本身不理解「转到30度」之类的指令，只能响应电流电压。驱动器将上层控制目标转化为电机能执行的电信号。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电机决定「能不能动」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066CC"/>
                </a:solidFill>
              </a:rPr>
              <a:t>驱动器决定「动得好不好」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0" y="1371600"/>
            <a:ext cx="54864" cy="84124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0" y="137160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80644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功率驱动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06440" y="17556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将外部供电转换为适合电机的电流电压形式，把电送到绕组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2441448"/>
            <a:ext cx="3657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2441448"/>
            <a:ext cx="54864" cy="84124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2441448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806440" y="24871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闭环控制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06440" y="282549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基于编码器反馈执行电流环/速度环/位置环，是最底层的控制环节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3511296"/>
            <a:ext cx="3657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0" y="3511296"/>
            <a:ext cx="54864" cy="84124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3511296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06440" y="355701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保护与管理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06440" y="389534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过流保护、过温保护、故障检测、通信接口管理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7863840" cy="5486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好的驱动器不仅要带起电机，更要稳定、平顺、可靠地执行控制命令。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感知与安全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594360"/>
            <a:ext cx="54864" cy="457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反馈闭环 · 安全保障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7490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54864" cy="338328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测量旋转位置，形成闭环控制。没有编码器，系统只能「盲转」。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2606040"/>
            <a:ext cx="3108960" cy="9144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电机编码器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9535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测电机转子位置 → 服务于换相和高速伺服控制。驱动器需要高频、精细的状态信息做稳电流环/速度环。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3657600"/>
            <a:ext cx="3108960" cy="9144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输出端编码器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40050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测关节实际输出位置 → 即使减速器有弹性变形和间隙，也能感知真实状态，实现更精确、更稳定的控制。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37490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371600"/>
            <a:ext cx="54864" cy="338328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抱闸（电磁制动器）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20640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让关节在断电时「刹住」，非运动部件，而是安全保障。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0" y="2651760"/>
            <a:ext cx="320040" cy="320040"/>
          </a:xfrm>
          <a:prstGeom prst="ellipse">
            <a:avLst/>
          </a:prstGeom>
          <a:solidFill>
            <a:srgbClr val="FFF3E0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🔻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6072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断电后防止关节因重力下滑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03520" y="3246120"/>
            <a:ext cx="320040" cy="320040"/>
          </a:xfrm>
          <a:prstGeom prst="ellipse">
            <a:avLst/>
          </a:prstGeom>
          <a:solidFill>
            <a:srgbClr val="FFF3E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60720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垂直轴或大负载轴停稳保持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03520" y="3840480"/>
            <a:ext cx="320040" cy="320040"/>
          </a:xfrm>
          <a:prstGeom prst="ellipse">
            <a:avLst/>
          </a:prstGeom>
          <a:solidFill>
            <a:srgbClr val="FFF3E0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60720" y="3794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故障时安全锁住关节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0" y="4114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抱闸并非所有关节标配 — 轻量化/低负载/低风险场景下可能省略，属于「按需配置」的安全部件。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892040"/>
            <a:ext cx="7863840" cy="54864"/>
          </a:xfrm>
          <a:prstGeom prst="rect">
            <a:avLst/>
          </a:prstGeom>
          <a:solidFill>
            <a:srgbClr val="E8ECF1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机器人关节 = 高度集成的小型机电系统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444752" cy="14630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1444752" cy="54864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电机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动力来源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67712" y="1554480"/>
            <a:ext cx="1444752" cy="14630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9" name="Shape 7"/>
          <p:cNvSpPr/>
          <p:nvPr/>
        </p:nvSpPr>
        <p:spPr>
          <a:xfrm>
            <a:off x="2267712" y="1554480"/>
            <a:ext cx="1444752" cy="54864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10" name="Text 8"/>
          <p:cNvSpPr/>
          <p:nvPr/>
        </p:nvSpPr>
        <p:spPr>
          <a:xfrm>
            <a:off x="2267712" y="18288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减速器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67712" y="242316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力矩放大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95344" y="1554480"/>
            <a:ext cx="1444752" cy="14630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3895344" y="1554480"/>
            <a:ext cx="1444752" cy="54864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14" name="Text 12"/>
          <p:cNvSpPr/>
          <p:nvPr/>
        </p:nvSpPr>
        <p:spPr>
          <a:xfrm>
            <a:off x="3895344" y="18288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驱动器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95344" y="242316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控制执行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22976" y="1554480"/>
            <a:ext cx="1444752" cy="14630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7" name="Shape 15"/>
          <p:cNvSpPr/>
          <p:nvPr/>
        </p:nvSpPr>
        <p:spPr>
          <a:xfrm>
            <a:off x="5522976" y="1554480"/>
            <a:ext cx="1444752" cy="54864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8" name="Text 16"/>
          <p:cNvSpPr/>
          <p:nvPr/>
        </p:nvSpPr>
        <p:spPr>
          <a:xfrm>
            <a:off x="5522976" y="18288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编码器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22976" y="242316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状态反馈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50608" y="1554480"/>
            <a:ext cx="1444752" cy="14630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1" name="Shape 19"/>
          <p:cNvSpPr/>
          <p:nvPr/>
        </p:nvSpPr>
        <p:spPr>
          <a:xfrm>
            <a:off x="7150608" y="1554480"/>
            <a:ext cx="1444752" cy="54864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22" name="Text 20"/>
          <p:cNvSpPr/>
          <p:nvPr/>
        </p:nvSpPr>
        <p:spPr>
          <a:xfrm>
            <a:off x="7150608" y="18288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抱闸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50608" y="242316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安全保障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84832" y="1920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12464" y="1920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0096" y="1920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67728" y="1920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3291840"/>
            <a:ext cx="7863840" cy="18288"/>
          </a:xfrm>
          <a:prstGeom prst="rect">
            <a:avLst/>
          </a:prstGeom>
          <a:solidFill>
            <a:srgbClr val="2A3F5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520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表面上看大家都在做机器人关节，真正拉开差距的，是这些部件之间是否做到了高质量的系统集成。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0080" y="41148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体积 · 精度 · 控制 · 散热 · 可靠性 — 五维平衡才是壁垒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来源：机器人技术笔记 | 制作：Hermes Agent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机器人关节模组</dc:title>
  <dc:subject>PptxGenJS Presentation</dc:subject>
  <dc:creator>Hermes Agent</dc:creator>
  <cp:lastModifiedBy>Hermes Agent</cp:lastModifiedBy>
  <cp:revision>1</cp:revision>
  <dcterms:created xsi:type="dcterms:W3CDTF">2026-06-14T21:29:54Z</dcterms:created>
  <dcterms:modified xsi:type="dcterms:W3CDTF">2026-06-14T21:29:54Z</dcterms:modified>
</cp:coreProperties>
</file>