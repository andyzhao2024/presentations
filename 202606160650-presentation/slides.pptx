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开场：机器人关节远不止一个电机，它是一整套高度集成的机电系统。标题页奠定全篇的系统工程视角。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五大核心部件的简要总览，帮助听众建立整体框架。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强调减速器不是纯粹的放大器，它引入摩擦、背隙和弹性，使控制复杂化。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高性能关节通常需要双编码器配置，因为减速器并非理想刚体，输出侧信息对高精度控制至关重要。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三条路线无绝对优劣，取决于应用场景。准直驱路线挑战在于转矩密度和散热。标准化是产业化关键变量。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42AFFA"/>
                </a:solidFill>
              </a:rPr>
              <a:t>机器人关节模组一次讲透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机器人关节模组一次讲透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从机电系统视角，拆解机器人关节的构成与设计逻辑</a:t>
            </a:r>
          </a:p>
          <a:p>
            <a:pPr/>
            <a:r>
              <a:t>电机 · 减速器 · 驱动器 · 编码器 · 抱闸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关节的核心构成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电机：电能→机械能，提供原始动力</a:t>
            </a:r>
          </a:p>
          <a:p>
            <a:pPr lvl="1"/>
            <a:r>
              <a:t>减速器：降速增矩，提升控制分辨率</a:t>
            </a:r>
          </a:p>
          <a:p>
            <a:pPr lvl="1"/>
            <a:r>
              <a:t>驱动器：控制算法→电信号，执行闭环控制</a:t>
            </a:r>
          </a:p>
          <a:p>
            <a:pPr lvl="1"/>
            <a:r>
              <a:t>编码器：位置反馈，使系统不再「盲转」</a:t>
            </a:r>
          </a:p>
          <a:p>
            <a:pPr lvl="1"/>
            <a:r>
              <a:t>抱闸：断电保持，安全制动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电机 + 减速器：动力心脏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电机天然高速小力矩，关节需要低速大力矩</a:t>
            </a:r>
          </a:p>
          <a:p>
            <a:pPr lvl="1"/>
            <a:r>
              <a:t>减速器是关节的灵魂：</a:t>
            </a:r>
          </a:p>
          <a:p>
            <a:pPr lvl="1"/>
            <a:r>
              <a:t>谐波减速器：高精度、紧凑，适用于上肢</a:t>
            </a:r>
          </a:p>
          <a:p>
            <a:pPr lvl="1"/>
            <a:r>
              <a:t>RV减速器：高刚度、耐冲击，适用于下肢</a:t>
            </a:r>
          </a:p>
          <a:p>
            <a:pPr lvl="1"/>
            <a:r>
              <a:t>行星减速器：准直驱路线，正反向效率高</a:t>
            </a:r>
          </a:p>
          <a:p>
            <a:pPr lvl="1"/>
            <a:r>
              <a:t>核心矛盾：输出能力 vs 控制性能的平衡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驱动器 + 编码器：精准闭环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驱动器：连接算法与硬件的桥梁</a:t>
            </a:r>
          </a:p>
          <a:p>
            <a:pPr lvl="1"/>
            <a:r>
              <a:t>功率驱动 · 闭环控制（电流/速度/位置环）</a:t>
            </a:r>
          </a:p>
          <a:p>
            <a:pPr lvl="1"/>
            <a:r>
              <a:t>过流/过温保护 · 故障检测</a:t>
            </a:r>
          </a:p>
          <a:p>
            <a:pPr lvl="1"/>
            <a:r>
              <a:t>编码器：双编码器配置</a:t>
            </a:r>
          </a:p>
          <a:p>
            <a:pPr lvl="1"/>
            <a:r>
              <a:t>电机端编码器：高频伺服控制</a:t>
            </a:r>
          </a:p>
          <a:p>
            <a:pPr lvl="1"/>
            <a:r>
              <a:t>输出端编码器：补偿减速器弹性变形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三大技术路线与趋势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三条路线，比减速器的角色差异</a:t>
            </a:r>
          </a:p>
          <a:p>
            <a:pPr lvl="1"/>
            <a:r>
              <a:t>刚性关节：谐波减速器，精度优先</a:t>
            </a:r>
          </a:p>
          <a:p>
            <a:pPr lvl="1"/>
            <a:r>
              <a:t>弹性关节：谐波+弹性元件，精度与安全折中</a:t>
            </a:r>
          </a:p>
          <a:p>
            <a:pPr lvl="1"/>
            <a:r>
              <a:t>准直驱关节：低减速比行星+高性能电机，力控优先</a:t>
            </a:r>
          </a:p>
          <a:p>
            <a:pPr/>
            <a:r>
              <a:t>未来趋势</a:t>
            </a:r>
          </a:p>
          <a:p>
            <a:pPr lvl="1"/>
            <a:r>
              <a:t>减速器从「核心放大器」→「系统的一部分」</a:t>
            </a:r>
          </a:p>
          <a:p>
            <a:pPr lvl="1"/>
            <a:r>
              <a:t>关节向智能节点演进：局部控制 · 自诊断 · 安全保护</a:t>
            </a:r>
          </a:p>
          <a:p>
            <a:pPr lvl="1"/>
            <a:r>
              <a:t>行业从定制化走向标准化，成本加速下降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