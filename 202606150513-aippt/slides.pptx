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这是封面页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介绍整体架构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核心功能介绍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42AFFA"/>
                </a:solidFill>
              </a:rPr>
              <a:t>AI辅助PPT演示系统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辅助PPT演示系统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基于 Hermes + DeepSeek + GitHub Pages</a:t>
            </a:r>
          </a:p>
          <a:p>
            <a:pPr/>
            <a:r>
              <a:t>presentation-master 机器人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飞书机器人接收需求</a:t>
            </a:r>
          </a:p>
          <a:p>
            <a:pPr lvl="1"/>
            <a:r>
              <a:t>DeepSeek 生成内容</a:t>
            </a:r>
          </a:p>
          <a:p>
            <a:pPr lvl="1"/>
            <a:r>
              <a:t>Reveal.js 渲染网页</a:t>
            </a:r>
          </a:p>
          <a:p>
            <a:pPr lvl="1"/>
            <a:r>
              <a:t>GitHub Pages 发布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自动生成精美幻灯片</a:t>
            </a:r>
          </a:p>
          <a:p>
            <a:pPr lvl="1"/>
            <a:r>
              <a:t>一键发布为网页</a:t>
            </a:r>
          </a:p>
          <a:p>
            <a:pPr lvl="1"/>
            <a:r>
              <a:t>支持导出 PPTX</a:t>
            </a:r>
          </a:p>
          <a:p>
            <a:pPr lvl="1"/>
            <a:r>
              <a:t>分享链接即可查看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谢谢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演示完毕</a:t>
            </a:r>
          </a:p>
          <a:p>
            <a:pPr/>
            <a:r>
              <a:t>随时通过飞书向 presentation-master 发起对话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